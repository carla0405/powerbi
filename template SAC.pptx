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23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95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51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653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7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470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7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83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542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88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060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1668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558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079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699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783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35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3C9EEE7-99CD-4F08-9BD3-814ABB8B645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983257D-4BD7-4D84-963B-BA2F3FD9FF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189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EFCD6DD-0885-F7EE-886A-C6A32FDB6AC7}"/>
              </a:ext>
            </a:extLst>
          </p:cNvPr>
          <p:cNvSpPr/>
          <p:nvPr/>
        </p:nvSpPr>
        <p:spPr>
          <a:xfrm>
            <a:off x="257175" y="526473"/>
            <a:ext cx="5201516" cy="611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631A3DB-55DF-88EA-2754-243C792B2AAD}"/>
              </a:ext>
            </a:extLst>
          </p:cNvPr>
          <p:cNvSpPr txBox="1"/>
          <p:nvPr/>
        </p:nvSpPr>
        <p:spPr>
          <a:xfrm>
            <a:off x="674255" y="637309"/>
            <a:ext cx="40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Ocorrências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28149E-D42B-99FF-CF62-30D9CF224A82}"/>
              </a:ext>
            </a:extLst>
          </p:cNvPr>
          <p:cNvSpPr txBox="1"/>
          <p:nvPr/>
        </p:nvSpPr>
        <p:spPr>
          <a:xfrm>
            <a:off x="257175" y="110837"/>
            <a:ext cx="11694680" cy="3693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66E8EAE-909E-C12A-7FD7-5F72A4B0E781}"/>
              </a:ext>
            </a:extLst>
          </p:cNvPr>
          <p:cNvSpPr/>
          <p:nvPr/>
        </p:nvSpPr>
        <p:spPr>
          <a:xfrm>
            <a:off x="6104515" y="526473"/>
            <a:ext cx="5718030" cy="3020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E754A75-86AD-D8C6-7C05-F26C32E0306A}"/>
              </a:ext>
            </a:extLst>
          </p:cNvPr>
          <p:cNvSpPr/>
          <p:nvPr/>
        </p:nvSpPr>
        <p:spPr>
          <a:xfrm>
            <a:off x="6104515" y="3618633"/>
            <a:ext cx="2780867" cy="3020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9F06C74-0074-0A7F-5861-68B08C33608F}"/>
              </a:ext>
            </a:extLst>
          </p:cNvPr>
          <p:cNvSpPr txBox="1"/>
          <p:nvPr/>
        </p:nvSpPr>
        <p:spPr>
          <a:xfrm>
            <a:off x="6922294" y="588861"/>
            <a:ext cx="40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Chamados por usuário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810E8FA-B6E0-862E-0560-9FE89A8F2187}"/>
              </a:ext>
            </a:extLst>
          </p:cNvPr>
          <p:cNvSpPr/>
          <p:nvPr/>
        </p:nvSpPr>
        <p:spPr>
          <a:xfrm>
            <a:off x="9041678" y="3618633"/>
            <a:ext cx="2780867" cy="3020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957749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Fatia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DANILO MELO DE JESUS SERRA</dc:creator>
  <cp:lastModifiedBy>DANILO MELO DE JESUS SERRA</cp:lastModifiedBy>
  <cp:revision>1</cp:revision>
  <dcterms:created xsi:type="dcterms:W3CDTF">2026-04-25T14:58:38Z</dcterms:created>
  <dcterms:modified xsi:type="dcterms:W3CDTF">2026-04-25T15:07:42Z</dcterms:modified>
</cp:coreProperties>
</file>